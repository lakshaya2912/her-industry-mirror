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75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8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530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51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81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2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3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54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40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9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50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8E39E-5038-4DF0-AF20-798E856CEEA4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F1A5-CF9A-4056-88D1-7D4B3F975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74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6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571"/>
            <a:ext cx="12192000" cy="606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26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007" y="-117566"/>
            <a:ext cx="12401535" cy="6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7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7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5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4" y="130627"/>
            <a:ext cx="12035246" cy="662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5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068"/>
            <a:ext cx="12192000" cy="62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3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006"/>
            <a:ext cx="12192000" cy="611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57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16"/>
            <a:ext cx="12192000" cy="62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2026-09-05T06:34:23Z</dcterms:created>
  <dcterms:modified xsi:type="dcterms:W3CDTF">2026-09-05T06:41:01Z</dcterms:modified>
</cp:coreProperties>
</file>